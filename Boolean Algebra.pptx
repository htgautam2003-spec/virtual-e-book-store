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https://simplycoding.in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https://i.pinimg.com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https://1.bp.blogspot.com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https://simplycoding.in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lidemak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Boolean Algebra</a:t>
            </a:r>
            <a:endParaRPr lang="en-US" sz="30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0" u="sng" dirty="0">
                <a:solidFill>
                  <a:srgbClr val="357EC7"/>
                </a:solidFill>
                <a:latin typeface="Optima" pitchFamily="34" charset="0"/>
                <a:ea typeface="Optima" pitchFamily="34" charset="-122"/>
                <a:cs typeface="Opti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SlideMake.com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simplycoding.in/wp-content/uploads/2021/06/boolean-algebra-1024x57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Boolean Algebra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Boolean algebra is a branch of mathematics that deals with variables that have two distinct values: true and false.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was developed by George Boole in the mid-19th century and laid the foundation for digital logic and computer science.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Boolean operations include AND, OR, and NOT, which can be used to create complex logical expressions.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slidemake.com/add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Basic Operations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AND operation results in true only if both operands are true.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OR operation yields true if at least one of the operands is true.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NOT operation inverts the truth value of its operand, turning true into false and vice versa.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.pinimg.com/originals/b2/60/1e/b2601ee1d15f655778de80edd9a83fc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Truth Tables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Truth tables are a systematic way to represent the outputs of Boolean operations for all possible input combinations.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Each row of a truth table corresponds to a unique combination of input values and their resulting output.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Truth tables are essential for simplifying Boolean expressions and understanding logical relationships.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1.bp.blogspot.com/-ndXVYG24trM/YAbNavZ0y_I/AAAAAAAACl8/UsGztz065IEK4fQcoxpQXEsdu-sc24U1ACNcBGAsYHQ/w640-h496-rw/identity%2Bof%2Bboole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Laws of Boolean Algebra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Boolean algebra is governed by several fundamental laws, including the commutative, associative, and distributive laws.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identity law states that any variable ANDed with true remains unchanged, while ORed with false also remains unchanged.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complement law indicates that a variable ANDed with its complement equals zero, while ORed with its complement equals one.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simplycoding.in/wp-content/uploads/2021/06/boolean-algebra-768x4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Applications of Boolean Algebra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Boolean algebra is widely used in computer science for designing digital circuits and algorithms.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plays a crucial role in database searching, where Boolean operators help refine search queries for more accurate results.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Additionally, Boolean algebra is fundamental in programming, particularly in conditional statements and logical operations.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Boolean Algebra</dc:title>
  <dc:subject>Boolean Algebra</dc:subject>
  <dc:creator>SlideMake.com</dc:creator>
  <cp:lastModifiedBy>SlideMake.com</cp:lastModifiedBy>
  <cp:revision>1</cp:revision>
  <dcterms:created xsi:type="dcterms:W3CDTF">2024-12-27T08:54:02Z</dcterms:created>
  <dcterms:modified xsi:type="dcterms:W3CDTF">2024-12-27T08:54:02Z</dcterms:modified>
</cp:coreProperties>
</file>